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Gelasio Semi Bold"/>
      <p:regular r:id="rId15"/>
    </p:embeddedFont>
    <p:embeddedFont>
      <p:font typeface="Gelasio Semi Bold"/>
      <p:regular r:id="rId16"/>
    </p:embeddedFont>
    <p:embeddedFont>
      <p:font typeface="Gelasio Semi Bold"/>
      <p:regular r:id="rId17"/>
    </p:embeddedFont>
    <p:embeddedFont>
      <p:font typeface="Gelasio Semi Bold"/>
      <p:regular r:id="rId18"/>
    </p:embeddedFont>
    <p:embeddedFont>
      <p:font typeface="Gelasio"/>
      <p:regular r:id="rId19"/>
    </p:embeddedFont>
    <p:embeddedFont>
      <p:font typeface="Gelasio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AI Personalized Email Generator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Discover how to revolutionize your email marketing. Learn to create personalized emails at scale. Boost engagement and drive conversions with AI.SSS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6473"/>
            <a:ext cx="126166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What is an AI Personalized Email Generator?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32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1337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AI Personalized Email Generator uses artificial intelligence.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crafts tailored emails. These emails resonate with individual recipients.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532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Function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11337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analyzes data. This includes past interactions and preferences.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generates unique content. This increases open rates and clicks.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7399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Benefits of using an AI Email Generator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868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968693" y="3571875"/>
            <a:ext cx="16049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48686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Increased Engagement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33161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Personalized emails capture attention. They foster stronger connections.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4868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4837509" y="3571875"/>
            <a:ext cx="20621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48686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Improved Conversion Rates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433161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Tailored content drives action. This results in higher sales.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022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946428" y="5987296"/>
            <a:ext cx="20502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902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Time Savings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39270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 email creation. Focus on strategy and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494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Features of an AI Email Generator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80714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600932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Segmentation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5091351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Group contacts based on criteria. Send relevant messages.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304" y="3807143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4600932"/>
            <a:ext cx="22920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Content Creation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5445681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Generate email copy. Adjust tone and style.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538" y="3807143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4600932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Analytics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5091351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Track performance. Refine your email campaigns.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055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58" y="2692360"/>
            <a:ext cx="8595241" cy="55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How does an AI Email Generator work?</a:t>
            </a:r>
            <a:endParaRPr lang="en-US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58" y="3508296"/>
            <a:ext cx="882134" cy="10585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64149" y="368462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Input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764149" y="4066103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Feed the AI with customer data. Include preferences and behavior.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58" y="4566880"/>
            <a:ext cx="882134" cy="10585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64149" y="4743212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Analysis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764149" y="5124688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AI analyzes the data. It identifies patterns and insights.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8" y="5625465"/>
            <a:ext cx="882134" cy="10585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64149" y="580179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Generation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764149" y="6183273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AI creates personalized emails. It tailors the content to each recipient.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8" y="6684050"/>
            <a:ext cx="882134" cy="10585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64149" y="6860381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Delivery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764149" y="7241858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Send emails at optimal times. Maximize engagement.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41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Best Practices for using an AI Email Generator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9185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Define Goals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Set clear objectives. What do you want to achieve?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39185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Quality Data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Ensure accurate data. AI needs good input.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885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515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Test and Refine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005751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Continuously test emails. Improve based on results.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79820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Personalizing emails with AI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02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Subject Lines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9482" y="2671405"/>
            <a:ext cx="13370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937790" y="2802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Body Content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6305" y="3059906"/>
            <a:ext cx="17180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5254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Offers</a:t>
            </a:r>
            <a:endParaRPr lang="en-US" sz="2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48280" y="5285780"/>
            <a:ext cx="17085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857256" y="5254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Call to action</a:t>
            </a:r>
            <a:endParaRPr lang="en-US" sz="2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19430" y="4897279"/>
            <a:ext cx="17680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AI to tailor different aspects of your emails. Start with subject lines. Adapt body content and offers. Personalize the call to action.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5959"/>
            <a:ext cx="119455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 future of AI-powered email generation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3118366"/>
            <a:ext cx="2152055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87522" y="3382685"/>
            <a:ext cx="13370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3345180"/>
            <a:ext cx="36601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Enhanced Personalization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187077" y="3939421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D4CEC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982998"/>
            <a:ext cx="4304109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68472" y="4160163"/>
            <a:ext cx="17180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33304" y="4209812"/>
            <a:ext cx="27710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Predictive Analytics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63164" y="4804053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D4CEC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4847630"/>
            <a:ext cx="6456164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68829" y="5024795"/>
            <a:ext cx="17085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509272" y="5074444"/>
            <a:ext cx="16691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Automation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9107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 will deeply personalize emails. It will anticipate customer needs. The future of email is automated and intelligent.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2025-02-12T07:51:52Z</dcterms:created>
  <dcterms:modified xsi:type="dcterms:W3CDTF">2025-02-12T07:51:52Z</dcterms:modified>
</cp:coreProperties>
</file>